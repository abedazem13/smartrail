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20" d="100"/>
          <a:sy n="20" d="100"/>
        </p:scale>
        <p:origin x="6" y="171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F2AE83-2483-492A-B15B-034D4BD6262E}"/>
              </a:ext>
            </a:extLst>
          </p:cNvPr>
          <p:cNvSpPr txBox="1"/>
          <p:nvPr/>
        </p:nvSpPr>
        <p:spPr>
          <a:xfrm>
            <a:off x="1650732" y="6623823"/>
            <a:ext cx="20907208" cy="10201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29" b="1" dirty="0"/>
              <a:t>&lt;Project tagline - optional&gt;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1BD72-8484-4C14-BAD8-21223AF849C5}"/>
              </a:ext>
            </a:extLst>
          </p:cNvPr>
          <p:cNvSpPr txBox="1"/>
          <p:nvPr/>
        </p:nvSpPr>
        <p:spPr>
          <a:xfrm>
            <a:off x="1650732" y="16949571"/>
            <a:ext cx="20907208" cy="112261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29" dirty="0"/>
              <a:t>photos and graphics – </a:t>
            </a:r>
          </a:p>
          <a:p>
            <a:r>
              <a:rPr lang="en-US" sz="6029" dirty="0"/>
              <a:t>Up to 6 images , with description for each image </a:t>
            </a:r>
            <a:r>
              <a:rPr lang="en-US" sz="3600" dirty="0"/>
              <a:t>in #36 font (minimum)</a:t>
            </a:r>
          </a:p>
          <a:p>
            <a:endParaRPr lang="en-US" sz="6029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29" dirty="0"/>
              <a:t>System diagram/s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29" dirty="0"/>
              <a:t>App or GUI screenshot/s (real or diagram)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29" dirty="0"/>
              <a:t>Prototype photo/s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29" dirty="0"/>
              <a:t>Process diagram or other relevant diagram (</a:t>
            </a:r>
            <a:r>
              <a:rPr lang="en-US" sz="6029" u="sng" dirty="0"/>
              <a:t>optional</a:t>
            </a:r>
            <a:r>
              <a:rPr lang="en-US" sz="6029" dirty="0"/>
              <a:t>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29" b="1" dirty="0"/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29" b="1" dirty="0"/>
          </a:p>
          <a:p>
            <a:endParaRPr lang="en-US" sz="6029" b="1" dirty="0"/>
          </a:p>
          <a:p>
            <a:endParaRPr lang="en-US" sz="6029" b="1" dirty="0"/>
          </a:p>
          <a:p>
            <a:pPr algn="ctr"/>
            <a:endParaRPr lang="he-IL" sz="6029" b="1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0B6ED59-B972-E37D-FBA1-B929A65C6839}"/>
              </a:ext>
            </a:extLst>
          </p:cNvPr>
          <p:cNvSpPr txBox="1"/>
          <p:nvPr/>
        </p:nvSpPr>
        <p:spPr>
          <a:xfrm>
            <a:off x="1650732" y="4974697"/>
            <a:ext cx="20907208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0" b="1" dirty="0"/>
              <a:t>&lt;Project name&gt;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753C5-CA27-6A40-1A81-EFC7EDC5206B}"/>
              </a:ext>
            </a:extLst>
          </p:cNvPr>
          <p:cNvSpPr txBox="1"/>
          <p:nvPr/>
        </p:nvSpPr>
        <p:spPr>
          <a:xfrm>
            <a:off x="1650732" y="7969661"/>
            <a:ext cx="20907208" cy="6740307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r>
              <a:rPr lang="en-US" sz="5400" dirty="0"/>
              <a:t>&lt;Project description - font #54 minimum, in English only &gt; </a:t>
            </a:r>
          </a:p>
          <a:p>
            <a:r>
              <a:rPr lang="en-US" sz="5400" dirty="0"/>
              <a:t>includes: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The need or problem your project addresses -one sentence (optional)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What you project is - in one sentence (“a locker controlled using a smart lending management app”)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What are the </a:t>
            </a:r>
            <a:r>
              <a:rPr lang="en-US" sz="5400" u="sng" dirty="0"/>
              <a:t>main</a:t>
            </a:r>
            <a:r>
              <a:rPr lang="en-US" sz="5400" dirty="0"/>
              <a:t> </a:t>
            </a:r>
            <a:r>
              <a:rPr lang="en-US" sz="5400" u="sng" dirty="0"/>
              <a:t>features</a:t>
            </a:r>
            <a:r>
              <a:rPr lang="en-US" sz="5400" dirty="0"/>
              <a:t> of the project (up to 3)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Main advantages of the project over current methods/solutions. (optional)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BEA4A-D189-603E-B4E9-234CD8DEF8FF}"/>
              </a:ext>
            </a:extLst>
          </p:cNvPr>
          <p:cNvSpPr txBox="1"/>
          <p:nvPr/>
        </p:nvSpPr>
        <p:spPr>
          <a:xfrm>
            <a:off x="1683092" y="30185519"/>
            <a:ext cx="2132699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Team member names</a:t>
            </a:r>
          </a:p>
          <a:p>
            <a:pPr algn="ctr"/>
            <a:r>
              <a:rPr lang="en-US" sz="4800" b="1" dirty="0"/>
              <a:t>Instructor names</a:t>
            </a:r>
          </a:p>
          <a:p>
            <a:pPr algn="ctr"/>
            <a:r>
              <a:rPr lang="en-US" sz="4400" b="1" dirty="0"/>
              <a:t>In collaboration with (title + name + institution , if relevant)</a:t>
            </a:r>
            <a:endParaRPr lang="he-IL" sz="4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954625-5F4F-47FE-A1A2-98F4A52C618B}"/>
              </a:ext>
            </a:extLst>
          </p:cNvPr>
          <p:cNvSpPr/>
          <p:nvPr/>
        </p:nvSpPr>
        <p:spPr>
          <a:xfrm>
            <a:off x="19243930" y="5244644"/>
            <a:ext cx="7467600" cy="344023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    </a:r>
            <a:endParaRPr lang="en-US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0FF1634E-EF08-49AC-92AA-F8E07FEFC710}"/>
              </a:ext>
            </a:extLst>
          </p:cNvPr>
          <p:cNvSpPr txBox="1"/>
          <p:nvPr/>
        </p:nvSpPr>
        <p:spPr>
          <a:xfrm>
            <a:off x="1490056" y="4562449"/>
            <a:ext cx="5992532" cy="2794828"/>
          </a:xfrm>
          <a:prstGeom prst="rect">
            <a:avLst/>
          </a:prstGeom>
          <a:solidFill>
            <a:srgbClr val="FBF9F9"/>
          </a:solidFill>
        </p:spPr>
        <p:txBody>
          <a:bodyPr vert="horz" wrap="square" lIns="0" tIns="931640" rIns="0" bIns="0" rtlCol="0">
            <a:spAutoFit/>
          </a:bodyPr>
          <a:lstStyle/>
          <a:p>
            <a:pPr marL="1850326" marR="1133052" indent="-698770">
              <a:lnSpc>
                <a:spcPct val="71100"/>
              </a:lnSpc>
              <a:spcBef>
                <a:spcPts val="7336"/>
              </a:spcBef>
            </a:pPr>
            <a:r>
              <a:rPr sz="8485" b="1" spc="26" dirty="0">
                <a:solidFill>
                  <a:srgbClr val="231F20"/>
                </a:solidFill>
                <a:latin typeface="Arial"/>
                <a:cs typeface="Arial"/>
              </a:rPr>
              <a:t>Project  </a:t>
            </a:r>
            <a:r>
              <a:rPr sz="8485" b="1" spc="43" dirty="0">
                <a:solidFill>
                  <a:srgbClr val="231F20"/>
                </a:solidFill>
                <a:latin typeface="Arial"/>
                <a:cs typeface="Arial"/>
              </a:rPr>
              <a:t>logo</a:t>
            </a:r>
            <a:endParaRPr sz="8485" dirty="0">
              <a:latin typeface="Arial"/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205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Itai  Dabran</dc:creator>
  <cp:lastModifiedBy>Dabran Itai</cp:lastModifiedBy>
  <cp:revision>24</cp:revision>
  <dcterms:created xsi:type="dcterms:W3CDTF">2018-01-05T12:02:54Z</dcterms:created>
  <dcterms:modified xsi:type="dcterms:W3CDTF">2024-07-21T04:43:02Z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</Properties>
</file>